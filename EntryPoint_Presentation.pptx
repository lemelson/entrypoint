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34D39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EntryPoint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Агрегатор IT-стажировок для студентов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474720"/>
            <a:ext cx="27432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«Развитие навыков взаимодействия»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ФКН/ПИ, НИУ ВШЭ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Артём Бескоровайный  •  Анастасия Самилык  •  Дмитрий Асписов  •  Дмитрий Усенхов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Наша миссия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7223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«Мы агрегируем IT-стажировки для студентов,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чтобы они быстрее находили первую работу»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</a:t>
            </a:r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of IT internships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of top Russian universities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they could 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their first job in 2 clicks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4389120"/>
            <a:ext cx="2743200" cy="64008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4343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 мин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входа до отклика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 студента при поиске стажировки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Разрозненная информация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hh.ru, LinkedIn, Telegram, сайты компаний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единой точки входа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10+ источников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93192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Нет персонализации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 фильтровать по курсу, GPA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проверка требований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на неподходящие вакансии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3840480"/>
            <a:ext cx="4572000" cy="91440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840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28600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студентов ВШЭ тратят &gt;10 часов в неделю на поиск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EntryPoint — единая точка входа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1031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Умные фильтры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Backend, Frontend, ML, DevOps, Mobile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Город, формат, стек технологий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обучения и GPA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931920" cy="21031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Мгновенный отклик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1488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→ Telegram или Email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регистрации и форм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Прямая связь с HR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   •    Vite    •    Vanilla CSS    •    Glassmorphism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это работает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280160" cy="12801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8745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Заходит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сайт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83080" y="1371600"/>
            <a:ext cx="1280160" cy="12801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8308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1737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1280160" cy="12801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Применяет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737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00600" y="1371600"/>
            <a:ext cx="1280160" cy="12801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00600" y="18745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карточку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737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09360" y="1371600"/>
            <a:ext cx="1280160" cy="12801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9360" y="18745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17373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818120" y="1371600"/>
            <a:ext cx="1280160" cy="12801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1812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✉️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818120" y="18745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Откликается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0" y="3200400"/>
            <a:ext cx="1828800" cy="10972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3246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8288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Вакансий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49040" y="3200400"/>
            <a:ext cx="1828800" cy="10972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246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374904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Направлений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0" y="3200400"/>
            <a:ext cx="1828800" cy="10972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246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566928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ВУЗов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Рынок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Объём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Описание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 млн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Студенты IT-специальностей в России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 тыс.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Студенты топ-20 вузов, ищущие стажировку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тыс.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Целевые пользователи в первый год (5% SAM)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Рынок IT-стажировок растёт на </a:t>
            </a:r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в год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Компании всё активнее нанимают через </a:t>
            </a:r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Конкуренты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hh.ru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Telegram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EntryPoint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Фокус на стажировках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Фильтр по курсу/GPA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Мгновенный отклик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Структурированные данные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Наше преимущество: Единственный сервис с персонализацией под профиль студента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Бизнес-модель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для студентов, подписка для компаний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194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Бесплатно для студентов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фильтрация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Отклик на вакансии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Шеринг ссылок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профиля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2194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 Платно для компаний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Размещение — от 5 000 ₽/мес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 — от 15 000 ₽/мес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Бренд-страница — от 30 000 ₽/мес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3931920"/>
            <a:ext cx="4572000" cy="91440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931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500 000 ₽/мес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28600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через 1 год (50 компаний × 10 000 ₽)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Команда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Артём Бескоровайный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UI/UX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Белбин: Реализатор, Генератор идей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Анастасия Самилык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Дизайн, документация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Белбин: Вдохновитель, Координатор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Асписов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Backend, данные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Белбин: Аналитик, Контролёр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93192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Усенхов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Интеграция, тестирование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Белбин: Исследователь, Мотиватор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Формат работы: Agile-спринт (1 неделя), ежедневные синки, ретроспектива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Процесс работы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Этапы спринта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1-2: Планирование, задачи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3-5: Разработка MVP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6: Интеграция, тесты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7: Ретроспектива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Модель Такмена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Forming: Обсуждение идей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Storming: Спор о дизайне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Norming: Glassmorphism-стиль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Performing: Эффективная работа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Матрица Сандала: Высокая продуктивность + Высокая позитивность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Технологии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Компонент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Технология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Почему выбрали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Язык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Типизация, меньше багов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Сборка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Быстрый dev-сервер, HMR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Стили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Vanilla CSS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Glassmorphism без фреймворков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Хранение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LocalStorage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Простота для MVP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Деплой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Бесплатный хостинг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Адаптивность: Desktop + Mobile    |    🚀  Загрузка: &lt; 1.5 сек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EntryPoint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Найди стажировку за 2 клика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743200"/>
            <a:ext cx="4572000" cy="10972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Попробуй сейчас!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entrypoint.vercel.app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Артём Бескоровайный  •  Анастасия Самилык  •  Дмитрий Асписов  •  Дмитрий Усенхов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EntryPoint — Агрегатор IT-стажировок</dc:title>
  <dc:subject>PptxGenJS Presentation</dc:subject>
  <dc:creator>Команда ВШЭ</dc:creator>
  <cp:lastModifiedBy>Команда ВШЭ</cp:lastModifiedBy>
  <cp:revision>1</cp:revision>
  <dcterms:created xsi:type="dcterms:W3CDTF">2026-02-07T15:54:32Z</dcterms:created>
  <dcterms:modified xsi:type="dcterms:W3CDTF">2026-02-07T15:54:32Z</dcterms:modified>
</cp:coreProperties>
</file>